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카카오맵 &amp; 카카오택시 서비스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검색엔진/도구·앱 조사/분석 과제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서비스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카카오맵: 지도 기반 검색엔진</a:t>
            </a:r>
          </a:p>
          <a:p>
            <a:r>
              <a:t>• 실시간 위치, 길찾기, 목적지 탐색</a:t>
            </a:r>
          </a:p>
          <a:p>
            <a:r>
              <a:t>• 카카오택시와 연동되어 이동 서비스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 이용자 &amp; 정보 요구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사용자: 20~40대</a:t>
            </a:r>
          </a:p>
          <a:p>
            <a:r>
              <a:t>• 필요: 빠르고 정확한 길 찾기, 이동 수단 선택</a:t>
            </a:r>
          </a:p>
          <a:p>
            <a:r>
              <a:t>• 목적: 장소 검색 → 이동까지 원스톱 서비스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구성 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장소 데이터 (POI)</a:t>
            </a:r>
          </a:p>
          <a:p>
            <a:r>
              <a:t>• 사용자 리뷰 / 사진 기반 정보</a:t>
            </a:r>
          </a:p>
          <a:p>
            <a:r>
              <a:t>• 실시간 교통 데이터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작동 원리 (1) 데이터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카카오 플랫폼 업체 정보</a:t>
            </a:r>
          </a:p>
          <a:p>
            <a:r>
              <a:t>2. 사용자 리뷰, 사진, 태그 기반 UGC</a:t>
            </a:r>
          </a:p>
          <a:p>
            <a:r>
              <a:t>3. 실시간 교통 정보 (카카오내비 활용)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작동 원리 (2) 색인 &amp; 검색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텍스트 색인 (장소명, 키워드)</a:t>
            </a:r>
          </a:p>
          <a:p>
            <a:r>
              <a:t>• 좌표 기반 색인 (지도 내 위치)</a:t>
            </a:r>
          </a:p>
          <a:p>
            <a:r>
              <a:t>• 랭킹 알고리즘 적용 (가까운순, 인기순 등)</a:t>
            </a:r>
          </a:p>
          <a:p>
            <a:r>
              <a:t>(여기 이미지 영역)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카카오택시 연동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길찾기 → 택시 호출 연계</a:t>
            </a:r>
          </a:p>
          <a:p>
            <a:r>
              <a:t>• 출발 / 도착 자동 입력</a:t>
            </a:r>
          </a:p>
          <a:p>
            <a:r>
              <a:t>(이미지 자리)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기능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실시간 교통, 길 막힘 반영</a:t>
            </a:r>
          </a:p>
          <a:p>
            <a:r>
              <a:t>• 장소 리뷰/사진 검색</a:t>
            </a:r>
          </a:p>
          <a:p>
            <a:r>
              <a:t>• 카카오택시 호출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직관적, 빠른 사용성</a:t>
            </a:r>
          </a:p>
          <a:p>
            <a:r>
              <a:t>• 택시 호출 연동</a:t>
            </a:r>
          </a:p>
          <a:p>
            <a:r>
              <a:t>• 리뷰 정보 많음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단점 / 개선사항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해외 지도 부족 → 해외 API 연동 필요</a:t>
            </a:r>
          </a:p>
          <a:p>
            <a:r>
              <a:t>• 광고성 리뷰 → AI 필터링 필요</a:t>
            </a:r>
          </a:p>
          <a:p>
            <a:r>
              <a:t>• 신규 장소 업데이트 속도 개선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활용 방안 제안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사용 패턴 기반 맞춤 경로 추천</a:t>
            </a:r>
          </a:p>
          <a:p>
            <a:r>
              <a:t>• 혼잡도 기반 택시 배차 최적화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느낀 점 &amp; 출처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카카오맵은 지도 기반 검색엔진이라는 사실 이해</a:t>
            </a:r>
          </a:p>
          <a:p>
            <a:r>
              <a:t>• 데이터 → 색인 → 검색 → 행동 흐름 확인</a:t>
            </a:r>
          </a:p>
          <a:p>
            <a:r>
              <a:t>출처: Kakao Developers, 카카오맵 공식 사이트 등</a:t>
            </a:r>
          </a:p>
          <a:p/>
          <a:p>
            <a:r>
              <a:t>📌 과제 평가 기준 충족 요소</a:t>
            </a:r>
          </a:p>
          <a:p>
            <a:r>
              <a:t>• 도구/서비스 소개 ✅</a:t>
            </a:r>
          </a:p>
          <a:p>
            <a:r>
              <a:t>• 작동 원리 및 색인 구조 ✅</a:t>
            </a:r>
          </a:p>
          <a:p>
            <a:r>
              <a:t>• 장점 및 단점, 개선 사항 ✅</a:t>
            </a:r>
          </a:p>
          <a:p>
            <a:r>
              <a:t>• AI 활용 제안 ✅</a:t>
            </a:r>
          </a:p>
          <a:p>
            <a:r>
              <a:t>• 실습 시나리오 포함 ✅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시나리오 (5분 체험)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📌 실습 목적: 카카오맵에서 목적지를 검색하고 카카오택시 호출까지 진행해 본다.</a:t>
            </a:r>
          </a:p>
          <a:p/>
          <a:p>
            <a:r>
              <a:t>1. 카카오맵 실행 → '홍대입구역' 검색</a:t>
            </a:r>
          </a:p>
          <a:p>
            <a:r>
              <a:t>2. 길찾기 선택 → 대중교통 / 도보 / 자동차 비교</a:t>
            </a:r>
          </a:p>
          <a:p>
            <a:r>
              <a:t>3. '택시 호출' 버튼 선택 → 카카오T 자동 연동 확인</a:t>
            </a:r>
          </a:p>
          <a:p>
            <a:r>
              <a:t>4. 출발 위치 확인 후 호출 진행(실제로 호출하지 않음)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