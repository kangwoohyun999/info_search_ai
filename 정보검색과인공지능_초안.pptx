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제목 / 팀 소개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카카오맵 조사·분석</a:t>
            </a:r>
          </a:p>
          <a:p>
            <a:pPr lvl="1"/>
            <a:r>
              <a:t>팀원 / 과목 / 교수명 작성 영역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카카오맵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카카오에서 제공하는 지도·검색 서비스</a:t>
            </a:r>
          </a:p>
          <a:p>
            <a:pPr lvl="1"/>
            <a:r>
              <a:t>길찾기·장소검색·교통정보 제공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카카오맵 탄생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다음지도에서 발전</a:t>
            </a:r>
          </a:p>
          <a:p>
            <a:pPr lvl="1"/>
            <a:r>
              <a:t>카카오 생태계와 통합 (카톡·내비)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사용자 그룹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 사용자 : 장소 검색</a:t>
            </a:r>
          </a:p>
          <a:p>
            <a:pPr lvl="1"/>
            <a:r>
              <a:t>운전자 : 내비 연동, 실시간 교통</a:t>
            </a:r>
          </a:p>
          <a:p>
            <a:pPr lvl="1"/>
            <a:r>
              <a:t>소상공인 : 매장 등록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사용자 정보 요구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‘가까운 곳’, ‘빠르게 가는 길’, ‘리뷰 많은 곳’</a:t>
            </a:r>
          </a:p>
          <a:p>
            <a:pPr lvl="1"/>
            <a:r>
              <a:t>위치 기반 추천 기능 활용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 구성요소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지도 데이터(주소, 건물)</a:t>
            </a:r>
          </a:p>
          <a:p>
            <a:pPr lvl="1"/>
            <a:r>
              <a:t>POI 장소 데이터</a:t>
            </a:r>
          </a:p>
          <a:p>
            <a:pPr lvl="1"/>
            <a:r>
              <a:t>사용자 리뷰 데이터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검색 &amp; 작동 원리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검색 → 색인(Indexing) → 정렬(추천순/거리순)</a:t>
            </a:r>
          </a:p>
          <a:p>
            <a:pPr lvl="1"/>
            <a:r>
              <a:t>카카오내비·카카오톡 공유 연동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핵심 기능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로드뷰 / 스카이뷰</a:t>
            </a:r>
          </a:p>
          <a:p>
            <a:pPr lvl="1"/>
            <a:r>
              <a:t>실시간 교통량</a:t>
            </a:r>
          </a:p>
          <a:p>
            <a:pPr lvl="1"/>
            <a:r>
              <a:t>저장 장소 관리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장점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UI 간단·사용성 좋음</a:t>
            </a:r>
          </a:p>
          <a:p>
            <a:pPr lvl="1"/>
            <a:r>
              <a:t>카카오톡 공유 강력</a:t>
            </a:r>
          </a:p>
          <a:p>
            <a:pPr lvl="1"/>
            <a:r>
              <a:t>실시간 교통 정확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단점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해외 지도 정보 부족</a:t>
            </a:r>
          </a:p>
          <a:p>
            <a:pPr lvl="1"/>
            <a:r>
              <a:t>리뷰 데이터 네이버 대비 적음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활용 방안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기반 개인 맞춤 추천</a:t>
            </a:r>
          </a:p>
          <a:p>
            <a:pPr lvl="1"/>
            <a:r>
              <a:t>AR 길찾기 강화</a:t>
            </a:r>
          </a:p>
          <a:p>
            <a:pPr lvl="1"/>
            <a:r>
              <a:t>교통 혼잡 예측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실습 &amp; 느낀점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실습: 장소 검색 → 필터 → 공유 → 길찾기 실행</a:t>
            </a:r>
          </a:p>
          <a:p>
            <a:pPr lvl="1"/>
            <a:r>
              <a:t>지도 서비스도 '검색엔진'임을 이해함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